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58096"/>
            <a:ext cx="2514600" cy="1238250"/>
          </a:xfrm>
          <a:prstGeom prst="roundRect">
            <a:avLst>
              <a:gd name="adj" fmla="val 118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4058096"/>
            <a:ext cx="2514600" cy="1238250"/>
          </a:xfrm>
          <a:prstGeom prst="roundRect">
            <a:avLst>
              <a:gd name="adj" fmla="val 118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4058096"/>
            <a:ext cx="2514600" cy="1238250"/>
          </a:xfrm>
          <a:prstGeom prst="roundRect">
            <a:avLst>
              <a:gd name="adj" fmla="val 118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-152698"/>
            <a:ext cx="80832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🥷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30352" y="1752302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 Day Edition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2095202"/>
            <a:ext cx="8083296" cy="78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156"/>
              </a:lnSpc>
              <a:buNone/>
            </a:pPr>
            <a:r>
              <a:rPr lang="en-US" sz="648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FillNinja</a:t>
            </a:r>
            <a:endParaRPr lang="en-US" sz="6480" dirty="0"/>
          </a:p>
        </p:txBody>
      </p:sp>
      <p:sp>
        <p:nvSpPr>
          <p:cNvPr id="8" name="Text 6"/>
          <p:cNvSpPr/>
          <p:nvPr/>
        </p:nvSpPr>
        <p:spPr>
          <a:xfrm>
            <a:off x="609600" y="3067496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it what you want. It finds the forms, opens the tabs, and starts filling them for you.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8480" y="4258121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88480" y="4677221"/>
            <a:ext cx="215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480" y="4905821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“Find CS scholarships.”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93579" y="4258121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🔎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493579" y="4677221"/>
            <a:ext cx="215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579" y="4905821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Searches and curates live targets.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8679" y="4258121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198679" y="4677221"/>
            <a:ext cx="215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Parallel 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8679" y="4905821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across multiple tabs.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010" y="925711"/>
            <a:ext cx="1714500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512516"/>
            <a:ext cx="3848100" cy="3028950"/>
          </a:xfrm>
          <a:prstGeom prst="roundRect">
            <a:avLst>
              <a:gd name="adj" fmla="val 724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2512516"/>
            <a:ext cx="3848100" cy="3028950"/>
          </a:xfrm>
          <a:prstGeom prst="roundRect">
            <a:avLst>
              <a:gd name="adj" fmla="val 724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-397966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people want it now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9600" y="-55066"/>
            <a:ext cx="7924800" cy="226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40"/>
              </a:lnSpc>
              <a:buNone/>
            </a:pPr>
            <a:r>
              <a:rPr lang="en-US" sz="396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It removes the most annoying part of applying anywhere.</a:t>
            </a:r>
            <a:endParaRPr lang="en-US" sz="3960" dirty="0"/>
          </a:p>
        </p:txBody>
      </p:sp>
      <p:sp>
        <p:nvSpPr>
          <p:cNvPr id="7" name="Text 4"/>
          <p:cNvSpPr/>
          <p:nvPr/>
        </p:nvSpPr>
        <p:spPr>
          <a:xfrm>
            <a:off x="923925" y="2826841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FillNinja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3925" y="3284041"/>
            <a:ext cx="321945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manually.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forms one by one.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Re-enter the same information repeatedly.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Lose momentum after the first few tabs.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00625" y="2826841"/>
            <a:ext cx="32838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FillNinja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00625" y="3284041"/>
            <a:ext cx="321945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from a goal, not a URL.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 relevant targets automatically.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multiple forms in parallel.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a reviewer in the loop for safer actions.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84065"/>
            <a:ext cx="2489150" cy="2686050"/>
          </a:xfrm>
          <a:prstGeom prst="roundRect">
            <a:avLst>
              <a:gd name="adj" fmla="val 881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284065"/>
            <a:ext cx="2489150" cy="2686050"/>
          </a:xfrm>
          <a:prstGeom prst="roundRect">
            <a:avLst>
              <a:gd name="adj" fmla="val 881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284065"/>
            <a:ext cx="2489299" cy="2686050"/>
          </a:xfrm>
          <a:prstGeom prst="roundRect">
            <a:avLst>
              <a:gd name="adj" fmla="val 8816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338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makes it credible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516285"/>
            <a:ext cx="79248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This is not a toy autofill script.</a:t>
            </a:r>
            <a:endParaRPr lang="en-US" sz="3840" dirty="0"/>
          </a:p>
        </p:txBody>
      </p:sp>
      <p:sp>
        <p:nvSpPr>
          <p:cNvPr id="7" name="Text 5"/>
          <p:cNvSpPr/>
          <p:nvPr/>
        </p:nvSpPr>
        <p:spPr>
          <a:xfrm>
            <a:off x="923925" y="2598390"/>
            <a:ext cx="18977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🧠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23925" y="3093690"/>
            <a:ext cx="186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Multi-agent by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3925" y="3741390"/>
            <a:ext cx="186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Curator, Planner, Reviewer, and Project Profiler each do one job well.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41675" y="2598390"/>
            <a:ext cx="18977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📄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41675" y="3093690"/>
            <a:ext cx="1897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 context inputs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1675" y="3474690"/>
            <a:ext cx="186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profile PDFs, DOCX, PPTX, video, GitHub repos, public URLs, and YouTube captions.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9426" y="2598390"/>
            <a:ext cx="18978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🛡️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359426" y="3093690"/>
            <a:ext cx="18606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Safety-aware execution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9426" y="3741390"/>
            <a:ext cx="18606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Reviewer checks actions before they touch the DOM, making automation more trustworthy.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14998"/>
            <a:ext cx="2489150" cy="1047750"/>
          </a:xfrm>
          <a:prstGeom prst="roundRect">
            <a:avLst>
              <a:gd name="adj" fmla="val 139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3314998"/>
            <a:ext cx="2489150" cy="1047750"/>
          </a:xfrm>
          <a:prstGeom prst="roundRect">
            <a:avLst>
              <a:gd name="adj" fmla="val 139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3314998"/>
            <a:ext cx="2489299" cy="1047750"/>
          </a:xfrm>
          <a:prstGeom prst="roundRect">
            <a:avLst>
              <a:gd name="adj" fmla="val 139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-121934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 to action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-876449"/>
            <a:ext cx="7924800" cy="301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528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If you can describe the goal, FillNinja can start the work.</a:t>
            </a:r>
            <a:endParaRPr lang="en-US" sz="5280" dirty="0"/>
          </a:p>
        </p:txBody>
      </p:sp>
      <p:sp>
        <p:nvSpPr>
          <p:cNvPr id="7" name="Text 5"/>
          <p:cNvSpPr/>
          <p:nvPr/>
        </p:nvSpPr>
        <p:spPr>
          <a:xfrm>
            <a:off x="609600" y="2369939"/>
            <a:ext cx="7924800" cy="64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4E4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 scholarships, job applications, grant discovery, and any workflow where the real pain is finding and filling forms across too many tabs.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827596" y="3553123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intent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7596" y="3896023"/>
            <a:ext cx="20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Natural-language goal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5346" y="3553123"/>
            <a:ext cx="205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the boring 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5346" y="3896023"/>
            <a:ext cx="20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Multi-tab execution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095" y="3553123"/>
            <a:ext cx="2053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humans in control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095" y="3896023"/>
            <a:ext cx="2053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Reviewer-checked 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4667548"/>
            <a:ext cx="808329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🥷</a:t>
            </a:r>
            <a:endParaRPr lang="en-US" sz="7500" dirty="0"/>
          </a:p>
        </p:txBody>
      </p:sp>
      <p:sp>
        <p:nvSpPr>
          <p:cNvPr id="15" name="Text 13"/>
          <p:cNvSpPr/>
          <p:nvPr/>
        </p:nvSpPr>
        <p:spPr>
          <a:xfrm>
            <a:off x="530352" y="6172498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for the AG2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2026-05-03T21:42:40Z</dcterms:created>
  <dcterms:modified xsi:type="dcterms:W3CDTF">2026-05-03T21:42:40Z</dcterms:modified>
</cp:coreProperties>
</file>